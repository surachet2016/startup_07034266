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นวัตกรรมและความคิดสร้างสรรค์ทางธุรกิจ กระบวนการคิดเชิงออกแบบ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Business Innovation &amp; Creativity / Design Thinking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CLO2: อธิบายนวัตกรรมทางธุรกิจ
CLO3: ค้นหาและพัฒนาไอเดียนวัตกรรม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บรรยาย
เวิร์กชอป
กิจกรรมกลุ่ม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สไลด์
ใบงาน Design Thinking
Video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นวัตกรรมคืออะไร?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นิยามนวัตกรรม (Innovation)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ไอเดียใหม่ที่สร้างคุณค่าและถูกนำไปใช้จริง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ไม่ใช่แค่การประดิษฐ์ — ต้องมี Impact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ประเภทนวัตกรรม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Product Innovation: สินค้า/บริการใหม่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Process Innovation: กระบวนการใหม่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Business Model Innovation: โมเดลธุรกิจใหม่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ตัวอย่าง: Netflix เปลี่ยน Business Model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จาก DVD rental → Streaming subscription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นวัตกรรมไม่จำเป็นต้องเป็นเทคโนโลยีเสมอไป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Design Thinking 5 ขั้นตอน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1. Empathize — เข้าใจผู้ใช้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สัมภาษณ์, สังเกต, สวมบทบาท (จากมุมมองผู้ใช้)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2. Define — นิยามปัญหา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Point of View (POV) Statement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3. Ideate — ระดมไอเดีย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Brainstorming, SCAMPER, How Might We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4. Prototype — สร้างต้นแบบ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ต้นแบบอย่างรวดเร็ว (Low-Fidelity)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5. Test — ทดสอบ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รับ Feedback จากผู้ใช้จริง → ปรับปรุง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เครื่องมือ Ideation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Brainstorming Rules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ไม่ตัดสินไอเดียในช่วงระดม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ยิ่งมากยิ่งดี (Quantity over Quality)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SCAMPER Technique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S=Substitute, C=Combine, A=Adapt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M=Modify, P=Put to other use, E=Eliminate, R=Rearrange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How Might We (HMW) Questions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เปลี่ยนปัญหาเป็นคำถามเปิด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เช่น: 'เราจะช่วยให้คนในชนบทเข้าถึงอาหารสดได้อย่างไร?'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Design Thinking เป็นกระบวนการวนซ้ำ ไม่ใช่เส้นตรง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บรรยาย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อธิบาย Design Thinking
5 ขั้นตอนพร้อมตัวอย่าง
จาก Startup จริง
(IDEO, Airbnb)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เวิร์กชอป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ฝึก Empathy Map:
นักศึกษาเลือก 1 กลุ่มเป้าหมาย
และวาด Empathy Map
บน Whiteboard/ใบงาน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ใบงาน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กลุ่มส่ง POV Statement
'[ผู้ใช้] ต้องการ [ความต้องการ]
เพราะ [ข้อมูลเชิงลึก]'
นำเสนอสั้นๆ 2 นาที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เข้าใจความหมายและประเภทของนวัตกรรมทางธุรกิจ
✓  รู้จัก Design Thinking 5 ขั้นตอน
✓  ฝึกเขียน Empathy Map และ POV Statement
✓  เริ่มมองปัญหาจากมุมมองของผู้ใช้งาน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การค้นหาปัญหา/โอกาสทางธุรกิจ และการพัฒนาไอเดียนวัตกรรม (Ideation)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การค้นหาปัญหา/โอกาสทางธุรกิจ และการพัฒนาไอเดียนวัตกรรม (Ideation)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