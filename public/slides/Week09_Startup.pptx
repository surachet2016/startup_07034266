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กลยุทธ์การตลาดดิจิทัลและการเติบโตของธุรกิจ (Growth)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Digital Marketing Strategy &amp;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CLO3: จัดทำและนำเสนอแผนธุรกิจและกลยุทธ์การจัดการ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อภิปราย
กรณีศึกษา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กรณีศึกษา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Digital Marketing สำหรับ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ทำไม Digital Marketing สำคัญกับ Startup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ต้นทุนต่ำกว่าการตลาดแบบดั้งเดิม วัดผลได้ทันที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เข้าถึงกลุ่มเป้าหมายเฉพาะกลุ่มได้แม่นยำ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ช่องทางหลัก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Social Media Marketing (Facebook, IG, TikTok)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Search Engine Marketing (SEO/SEM)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Email Marketing &amp; Influencer Marketing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กรณีศึกษา: Wongnai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สร้าง Community รีวิวร้านอาหาร ก่อนขยายสู่ Ads/Delivery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เลือกช่องทางที่ลูกค้าเป้าหมายอยู่ ไม่ใช่ทุกช่องทาง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Brand Identity และ Content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Brand Identity คืออะไร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ตัวตนของแบรนด์: โลโก้ สี Tone of Voice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ความสอดคล้องสร้างความน่าเชื่อถือ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Content Marketing Pillars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Educate / Entertain / Inspire / Convert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กรณีศึกษา: Instagram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สร้าง Brand ผ่าน Visual-first Content ตั้งแต่วันแรก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เครื่องมือวัดผล Content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Engagement Rate, Reach, Conversion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AARRR Growth Funnel (Pirate Metrics)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AARRR Framework (Dave McClure)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Acquisition: ลูกค้ามาจากไหน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Activation: ลูกค้าได้ประสบการณ์ที่ดีครั้งแรกไหม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Retention: ลูกค้ากลับมาใช้ซ้ำไหม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Revenue: ลูกค้าจ่ายเงินไหม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Referral: ลูกค้าบอกต่อไหม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กรณีศึกษา: Uber Referral Program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ให้ Credit ทั้งผู้แนะนำและผู้ถูกแนะนำ → Growth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Growth Hacking คือการทดลองอย่างเป็นระบบ ไม่ใช่เวทมนตร์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วิเคราะห์ 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เลือก Startup 1 ราย
วิเคราะห์ Brand Identity
และช่องทาง Digital Marketing
ที่ใช้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ออกแบบ Content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กลุ่มออกแบบ
Content Calendar 1 สัปดาห์
สำหรับ Startup ของตน
(3 โพสต์ + เป้าหมาย)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AARRR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กลุ่มระบุกลยุทธ์
ในแต่ละขั้นของ AARRR
สำหรับ Startup ตนเอง
นำเสนอ 3 นาที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เข้าใจช่องทาง Digital Marketing ที่เหมาะกับ Startup
✓  ออกแบบ Brand Identity และ Content Marketing เบื้องต้นได้
✓  ใช้ AARRR Framework วางกลยุทธ์การเติบโต
✓  เห็นตัวอย่างจริงจาก Wongnai, Instagram, Uber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การใช้ปัญญาประดิษฐ์และเครื่องมือดิจิทัลในการสร้างสื่อและพัฒนาธุรกิจ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การใช้ปัญญาประดิษฐ์และเครื่องมือดิจิทัลในการสร้างสื่อและพัฒนาธุรกิจ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