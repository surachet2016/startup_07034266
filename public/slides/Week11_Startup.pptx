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645920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</a:rPr>
              <a:t>Week
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200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E9FF"/>
                </a:solidFill>
              </a:rPr>
              <a:t>07-034-266 การสร้างธุรกิจเริ่มต้นด้วยนวัตกรรมและเทคโนโลยี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4884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การจัดทำแผนธุรกิจ (Business Plan)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461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B4D8"/>
                </a:solidFill>
              </a:rPr>
              <a:t>Business Plan Development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5303520" cy="24688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700"/>
                </a:solidFill>
              </a:rPr>
              <a:t>CLOs ที่เกี่ยวข้อง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4340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CLO3: จัดทำและนำเสนอแผนธุรกิจและกลยุทธ์การจัดการ
CLO4: ผลิตสื่อและชิ้นงานนำเสนอแผนธุรกิจ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3931920"/>
            <a:ext cx="2651760" cy="24688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397763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700"/>
                </a:solidFill>
              </a:rPr>
              <a:t>วิธีการสอน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4343400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ปฏิบัติการกลุ่ม
ระดมสมอง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3931920"/>
            <a:ext cx="2926080" cy="24688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39776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700"/>
                </a:solidFill>
              </a:rPr>
              <a:t>สื่อที่ใช้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4343400"/>
            <a:ext cx="2743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ใบงาน
เครื่องมือระดมสมอง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3716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5488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โครงสร้างแผนธุรกิจ (Business Plan)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องค์ประกอบหลักของ Business Plan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Executive Summary, Problem/Solution, Market Analysis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Business Model, Marketing Plan, Financial Plan, Team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ความยาวที่เหมาะสม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10-20 หน้า ไม่ใช่ 100 หน้า — นักลงทุนอ่านไม่ทัน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2648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A700"/>
                </a:solidFill>
              </a:rPr>
              <a:t>💡 Business Plan ที่ดีคือเอกสารที่ 'มีชีวิต' ปรับปรุงได้เสมอ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3716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5488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Startup Funding Stages — เส้นทางเงินทุน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Pre-Seed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ไอเดียและทีม ใช้เงินส่วนตัว/FFF ทดสอบสมมติฐาน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Seed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มี MVP/Early Traction ระดมจาก Angel/Seed VC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Series A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Product-Market Fit ชัดเจน ขยายทีมและตลาด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Series B/C และต่อไป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Scale ธุรกิจ ขยายต่างประเทศ/ควบรวมกิจการ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สิ่งที่นักลงทุนแต่ละระยะมองหา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Pre-Seed: ทีมและไอเดีย / Series A+: ตัวเลขและการเติบโต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2648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A700"/>
                </a:solidFill>
              </a:rPr>
              <a:t>💡 อย่าระดมทุนเกินความจำเป็นของระยะธุรกิจตนเอง (Don't over-raise)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3716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5488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เขียน Business Plan ให้น่าสนใจ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เล่าเรื่องด้วย Storytelling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เริ่มจาก Pain Point ที่คนเข้าใจง่าย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ใส่ตัวเลขที่ตรวจสอบได้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อ้างอิงแหล่งข้อมูลจริง ไม่ประมาณการลอยๆ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กรณีศึกษา: Airbnb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เริ่มจาก Business Plan เล็กๆ เช่าที่นอนลม สู่ Unicorn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2648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A700"/>
                </a:solidFill>
              </a:rPr>
              <a:t>💡 นักลงทุนซื้อ 'ทีมที่แก้ปัญหาได้' มากกว่า 'ไอเดียที่สมบูรณ์แบบ'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กิจกรรมสัปดาห์ที่ 11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3657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21024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621024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ระดมสมอง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34381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กลุ่มร่าง Outline
Business Plan 8 หัวข้อ
โดยใช้ข้อมูลจาก
สัปดาห์ที่ผ่านมา</a:t>
            </a:r>
          </a:p>
        </p:txBody>
      </p:sp>
      <p:sp>
        <p:nvSpPr>
          <p:cNvPr id="9" name="Rectangle 8"/>
          <p:cNvSpPr/>
          <p:nvPr/>
        </p:nvSpPr>
        <p:spPr>
          <a:xfrm>
            <a:off x="4215384" y="1188720"/>
            <a:ext cx="3621024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15384" y="1188720"/>
            <a:ext cx="3621024" cy="73152"/>
          </a:xfrm>
          <a:prstGeom prst="rect">
            <a:avLst/>
          </a:prstGeom>
          <a:solidFill>
            <a:srgbClr val="F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06824" y="1325880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A700"/>
                </a:solidFill>
              </a:rPr>
              <a:t>กำหนด Funding Stage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6824" y="1920240"/>
            <a:ext cx="34381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วิเคราะห์ว่า Startup
ของกลุ่มอยู่ระยะใด
(Pre-Seed/Seed)
และควรระดมทุนเท่าไหร่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73568" y="1188720"/>
            <a:ext cx="3621024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73568" y="1188720"/>
            <a:ext cx="3621024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1325880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6D6A0"/>
                </a:solidFill>
              </a:rPr>
              <a:t>Peer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1920240"/>
            <a:ext cx="34381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แลกเปลี่ยน Outline
กับกลุ่มอื่น
ให้ Feedback
เพื่อปรับปรุงก่อนสัปดาห์ Pitch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สรุปและการบ้าน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3200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760720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76072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Key Takeaways สิ่งที่ได้เรียนรู้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AE9FF"/>
                </a:solidFill>
              </a:rPr>
              <a:t>✓  เข้าใจโครงสร้างและองค์ประกอบของ Business Plan
✓  รู้จักเส้นทางเงินทุน Startup ตั้งแต่ Pre-Seed ถึง Series C
✓  ระบุระยะการระดมทุนที่เหมาะกับ Startup ของกลุ่มได้
✓  ร่าง Business Plan Outline ของกลุ่มตนเองได้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143000"/>
            <a:ext cx="5303520" cy="23774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143000"/>
            <a:ext cx="5303520" cy="73152"/>
          </a:xfrm>
          <a:prstGeom prst="rect">
            <a:avLst/>
          </a:prstGeom>
          <a:solidFill>
            <a:srgbClr val="F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3444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A700"/>
                </a:solidFill>
              </a:rPr>
              <a:t>สัปดาห์หน้า: การพัฒนาสื่อนำเสนอ (Pitch Deck) และเทคนิคการนำเสนอแผนธุรกิจ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703320"/>
            <a:ext cx="5303520" cy="265176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3703320"/>
            <a:ext cx="5303520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794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D6A0"/>
                </a:solidFill>
              </a:rPr>
              <a:t>การบ้าน / SDL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29768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ทบทวนเนื้อหาสัปดาห์นี้
เตรียมพร้อมสำหรับ: การพัฒนาสื่อนำเสนอ (Pitch Deck) และเทคนิคการนำเสนอแผนธุรกิจ
ศึกษาด้วยตนเอง 5 ชั่วโมง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