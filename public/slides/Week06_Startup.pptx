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645920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</a:rPr>
              <a:t>Week
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200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E9FF"/>
                </a:solidFill>
              </a:rPr>
              <a:t>07-034-266 การสร้างธุรกิจเริ่มต้นด้วยนวัตกรรมและเทคโนโลยี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4884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คุณค่าที่นำเสนอ (Value Proposition) และต้นแบบผลิตภัณฑ์ขั้นต่ำ (MVP)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461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B4D8"/>
                </a:solidFill>
              </a:rPr>
              <a:t>Value Proposition &amp; Minimum Viable Product (MVP)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5303520" cy="24688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700"/>
                </a:solidFill>
              </a:rPr>
              <a:t>CLOs ที่เกี่ยวข้อง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4340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CLO3: จัดทำและนำเสนอแผนธุรกิจ
CLO4: ผลิตสื่อและชิ้นงานโดยใช้เครื่องมือดิจิทัล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3931920"/>
            <a:ext cx="2651760" cy="24688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397763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700"/>
                </a:solidFill>
              </a:rPr>
              <a:t>วิธีการสอน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4343400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ปฏิบัติการกลุ่ม
ออกแบบต้นแบบ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3931920"/>
            <a:ext cx="2926080" cy="24688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39776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700"/>
                </a:solidFill>
              </a:rPr>
              <a:t>สื่อที่ใช้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4343400"/>
            <a:ext cx="2743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ใบงาน
เครื่องมือต้นแบบ (Figma/Canva)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3716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5488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Value Proposition Canvas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Value Proposition Canvas (VPC)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เชื่อมโยง Customer Profile ↔ Value Map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Customer Profile (วงกลมขวา)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Jobs: งานที่ลูกค้าต้องทำให้สำเร็จ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Pains: ความเจ็บปวด/อุปสรรค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Gains: ผลลัพธ์ที่ต้องการ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Value Map (สี่เหลี่ยมซ้าย)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Products &amp; Services: สิ่งที่เรานำเสนอ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Pain Relievers: บรรเทาความเจ็บปวด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Gain Creators: สร้างผลลัพธ์ที่ต้องการ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2648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A700"/>
                </a:solidFill>
              </a:rPr>
              <a:t>💡 Product-Market Fit เกิดเมื่อ Value Map ตรงกับ Customer Profile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3716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5488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Unique Value Proposition (UVP)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UVP คืออะไร?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ประโยคเดียวที่บอกว่าเราช่วยใคร ทำอะไร ต่างจากใคร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สูตร UVP ง่ายๆ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เราช่วย [กลุ่มเป้าหมาย]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ให้ [คุณประโยชน์หลัก]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ต่างจากคู่แข่งตรงที่ [ความแตกต่าง]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ตัวอย่าง UVP จาก Startup จริง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Slack: 'Be more productive at work with less effort'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Airbnb: 'Belong anywhere'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Grab: 'Everyday Everything App'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3716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5488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MVP: Minimum Viable Product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MVP คืออะไร?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ผลิตภัณฑ์ขั้นต่ำที่ทดสอบสมมติฐานหลักได้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ใช้ทรัพยากรน้อยที่สุด เรียนรู้ให้เร็วที่สุด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ประเภท MVP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Landing Page MVP (เว็บเพจง่ายๆ)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Concierge MVP (ทำด้วยมือก่อน)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Wizard of Oz MVP (จำลองระบบ)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Paper Prototype (ต้นแบบกระดาษ)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กรณีศึกษา: Dropbox MVP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แค่วิดีโอ 3 นาที → มีคนลงทะเบียน 75,000 คน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2648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A700"/>
                </a:solidFill>
              </a:rPr>
              <a:t>💡 MVP ≠ สินค้าที่ด้อยคุณภาพ — แต่คือการเรียนรู้ที่เร็วที่สุด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กิจกรรมสัปดาห์ที่ 6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3657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21024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621024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VPC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34381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กลุ่มกรอก
Value Proposition Canvas
สำหรับ Startup ของตน
บน Miro หรือใบงาน</a:t>
            </a:r>
          </a:p>
        </p:txBody>
      </p:sp>
      <p:sp>
        <p:nvSpPr>
          <p:cNvPr id="9" name="Rectangle 8"/>
          <p:cNvSpPr/>
          <p:nvPr/>
        </p:nvSpPr>
        <p:spPr>
          <a:xfrm>
            <a:off x="4215384" y="1188720"/>
            <a:ext cx="3621024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15384" y="1188720"/>
            <a:ext cx="3621024" cy="73152"/>
          </a:xfrm>
          <a:prstGeom prst="rect">
            <a:avLst/>
          </a:prstGeom>
          <a:solidFill>
            <a:srgbClr val="F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06824" y="1325880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A700"/>
                </a:solidFill>
              </a:rPr>
              <a:t>UVP Writing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6824" y="1920240"/>
            <a:ext cx="34381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แต่ละกลุ่มเขียน UVP
ในเวลา 10 นาที
นำเสนอและรับ Feedback
จากเพื่อนในชั้น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73568" y="1188720"/>
            <a:ext cx="3621024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73568" y="1188720"/>
            <a:ext cx="3621024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1325880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6D6A0"/>
                </a:solidFill>
              </a:rPr>
              <a:t>MVP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1920240"/>
            <a:ext cx="34381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ออกแบบ MVP:
เลือกประเภท MVP
วาด Wireframe/Sketch
หรือสร้าง Landing Page
ด้วย Canva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สรุปและการบ้าน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3200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760720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76072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Key Takeaways สิ่งที่ได้เรียนรู้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AE9FF"/>
                </a:solidFill>
              </a:rPr>
              <a:t>✓  เข้าใจ Value Proposition Canvas และหาจุดตรงกัน
✓  เขียน UVP ที่ชัดเจนสำหรับ Startup ของกลุ่ม
✓  รู้จักประเภท MVP และวิธีเลือกให้เหมาะสม
✓  เริ่มออกแบบ Prototype เบื้องต้นของ Startup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143000"/>
            <a:ext cx="5303520" cy="23774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143000"/>
            <a:ext cx="5303520" cy="73152"/>
          </a:xfrm>
          <a:prstGeom prst="rect">
            <a:avLst/>
          </a:prstGeom>
          <a:solidFill>
            <a:srgbClr val="F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3444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A700"/>
                </a:solidFill>
              </a:rPr>
              <a:t>สัปดาห์หน้า: ระบบโลจิสติกส์ การขนส่ง และคลังสินค้าสำหรับธุรกิจเริ่มต้น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703320"/>
            <a:ext cx="5303520" cy="265176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3703320"/>
            <a:ext cx="5303520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794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D6A0"/>
                </a:solidFill>
              </a:rPr>
              <a:t>การบ้าน / SDL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29768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ทบทวนเนื้อหาสัปดาห์นี้
เตรียมพร้อมสำหรับ: ระบบโลจิสติกส์ การขนส่ง และคลังสินค้าสำหรับธุรกิจเริ่มต้น
ศึกษาด้วยตนเอง 5 ชั่วโมง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