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ปฏิบัติการกลุ่ม: พัฒนาโครงงานธุรกิจเริ่มต้น และจรรยาบรรณในการทำงาน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Group Workshop: Startup Project Development &amp; Professional Ethics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CLO1: แสดงพฤติกรรมซื่อสัตย์ มีวินัย ตรงต่อเวลา
CLO5: ทำงานร่วมกับผู้อื่นในกลุ่ม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เวิร์กชอป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BMC Template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Workshop: ปรับปรุงโครงงานธุรกิจ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ทบทวนและขัดเกลา BMC, แผนธุรกิจ, Pitch Deck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รวมข้อมูล Feedback จากสัปดาห์ที่ผ่านมา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จุดที่กลุ่มมักพลาด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ตัวเลขการเงินไม่สมเหตุสมผล / ไม่มี Traction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Value Proposition ไม่ชัดเจน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การจดทะเบียนธุรกิจและกฎระเบียบที่เกี่ยวข้อง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รูปแบบธุรกิจที่จดทะเบียนได้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บุคคลธรรมดา / ห้างหุ้นส่วน / บริษัทจำกัด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หน่วยงานสนับสนุน Startup ภาครัฐ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NIA, depa, สสว., BOI (สิทธิประโยชน์ทางภาษี)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กฎระเบียบที่ต้องรู้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PDPA (พ.ร.บ.คุ้มครองข้อมูลส่วนบุคคล)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ทรัพย์สินทางปัญญา (เครื่องหมายการค้า/สิทธิบัตร)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การจดทะเบียนถูกต้องตั้งแต่ต้น ป้องกันปัญหาใหญ่ในอนาคต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จรรยาบรรณผู้ประกอบการ (Business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ความซื่อสัตย์ต่อลูกค้าและนักลงทุน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ไม่กล่าวเกินจริงเรื่อง Traction/ตัวเลข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ความรับผิดชอบต่อสังคมและสิ่งแวดล้อม (ESG)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การทำงานเป็นทีมอย่างมีวินัย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แบ่งงานเป็นธรรม ตรงต่อเวลา ให้เครดิตเพื่อนร่วมทีม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ชื่อเสียงของผู้ประกอบการสร้างยากแต่เสียง่าย — ซื่อสัตย์เสมอ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Workshop ปรับปรุง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กลุ่มปรับปรุง
BMC/แผนธุรกิจ/Pitch Deck
ตาม Feedback ที่ได้รับ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ตรวจสอบกฎระเบียบ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ตรวจสอบว่า Startup
ของกลุ่มต้องจดทะเบียน
หรือขออนุญาตอะไรบ้าง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ซ้อมใหญ่ (Dress Rehearsal)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ซ้อม Pitch แบบเต็มรูปแบบ
จับเวลาจริง
ก่อนนำเสนอสัปดาห์หน้า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ปรับปรุงโครงงานธุรกิจให้พร้อมนำเสนอจริง
✓  รู้จักรูปแบบการจดทะเบียนธุรกิจและหน่วยงานสนับสนุนภาครัฐ
✓  เข้าใจกฎระเบียบพื้นฐาน เช่น PDPA และทรัพย์สินทางปัญญา
✓  ตระหนักถึงจรรยาบรรณผู้ประกอบการในการทำงานจริง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นำเสนอโครงงานธุรกิจ (Pitching) และวิจารณ์/ให้ข้อเสนอแนะ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นำเสนอโครงงานธุรกิจ (Pitching) และวิจารณ์/ให้ข้อเสนอแนะ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