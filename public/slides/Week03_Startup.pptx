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การค้นหาปัญหา/โอกาสทางธุรกิจ และการพัฒนาไอเดียนวัตกรรม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Problem Discovery &amp; Business Opportunity / Ideation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CLO3: ค้นหาและพัฒนาไอเดียนวัตกรรม
CLO5: ทำงานร่วมกับผู้อื่นในกลุ่ม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ปฏิบัติการกลุ่ม
ระดมสมอง
นำเสนอ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ใบงาน
เครื่องมือระดมสมอง
กระดาน Post-it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Pain Points และโอกาสทางธุรกิจ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Pain Points คืออะไร?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ปัญหาที่ผู้คนพบในชีวิตประจำวัน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ความไม่สะดวก ความเสียเวลา ความสูญเสียเงิน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3 แหล่งหา Pain Points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สังเกตชีวิตประจำวัน (Observation)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สัมภาษณ์กลุ่มเป้าหมาย (Interview)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ข้อมูล Online Reviews / Social Media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Pain Point → โอกาส Startup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Grab: ปัญหาแท็กซี่ไม่พอ → แอปเรียกรถ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Foodpanda: ปัญหาสั่งอาหาร → Delivery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ปัญหาที่ดีที่สุดคือปัญหาที่คุณเองก็เจอ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Idea Generation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Blue Ocean Strategy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สร้างตลาดใหม่ที่ไม่มีคู่แข่ง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ERRC Framework: Eliminate, Reduce, Raise, Create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Jobs-to-be-Done Theory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ลูกค้าซื้อ 'งาน' ไม่ใช่ 'สินค้า'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เช่น: ซื้อสว่านเพื่อได้รู ไม่ใช่ตัวสว่าน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Trend Analysis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Megatrend: AI, Aging Society, Green Economy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ใช้ Google Trends, TikTok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เกณฑ์ประเมินไอเดีย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Problem-Solution Fit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ปัญหาชัดเจนและใหญ่พอ?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Solution แก้ปัญหาได้จริง?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3 มิติประเมินไอเดีย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Desirability: คนต้องการไหม?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Feasibility: ทำได้จริงไหม?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Viability: ทำแล้วมีกำไรไหม?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เครื่องมือ: Idea Evaluation Matrix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ให้คะแนน 1-5 ในแต่ละมิติ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เลือกไอเดียที่คะแนนรวมสูงสุด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ไอเดียที่ดีไม่จำเป็นต้องเป็นไอเดียแรก — ลองหลายๆ ไอเดียก่อน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Problem Hunting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นักศึกษาออกสำรวจ
บริเวณมหาวิทยาลัย
ค้นหา 5 Pain Points
บันทึกลงใบงาน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Brainstorming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กลุ่มระดมไอเดีย
ด้วย Post-it Note
ไม่ตัดสินไอเดีย
นาน 15 นาที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Idea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แต่ละกลุ่มเลือก
ไอเดียดีที่สุด 1 ข้อ
นำเสนอ 3 นาที:
ปัญหา / กลุ่มเป้าหมาย / 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สามารถค้นหา Pain Points จากสภาพแวดล้อมรอบตัว
✓  รู้จักเทคนิค Idea Generation (Blue Ocean, JTBD)
✓  ประเมินไอเดียด้วย Desirability-Feasibility-Viability
✓  เริ่มมีไอเดีย Startup เบื้องต้นสำหรับโครงงาน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การวิเคราะห์ตลาดและความต้องการของลูกค้า (Customer &amp; Market Validation)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การวิเคราะห์ตลาดและความต้องการของลูกค้า (Customer &amp; Market Validation)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