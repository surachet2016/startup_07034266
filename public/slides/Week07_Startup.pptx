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1645920" cy="1645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645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D1B2A"/>
                </a:solidFill>
              </a:rPr>
              <a:t>Week
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32004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AE9FF"/>
                </a:solidFill>
              </a:rPr>
              <a:t>07-034-266 การสร้างธุรกิจเริ่มต้นด้วยนวัตกรรมและเทคโนโลยี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48840"/>
            <a:ext cx="54864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ระบบโลจิสติกส์ การขนส่ง และคลังสินค้าสำหรับธุรกิจเริ่มต้น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461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0B4D8"/>
                </a:solidFill>
              </a:rPr>
              <a:t>Logistics, Transportation &amp; Warehouse Management for Startups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931920"/>
            <a:ext cx="5303520" cy="246888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977639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A700"/>
                </a:solidFill>
              </a:rPr>
              <a:t>CLOs ที่เกี่ยวข้อง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343400"/>
            <a:ext cx="51206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AE9FF"/>
                </a:solidFill>
              </a:rPr>
              <a:t>CLO2: อธิบายพื้นฐานระบบโลจิสติกส์ การขนส่ง และคลังสินค้า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3931920"/>
            <a:ext cx="2651760" cy="246888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3977639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A700"/>
                </a:solidFill>
              </a:rPr>
              <a:t>วิธีการสอน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4343400"/>
            <a:ext cx="2468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AE9FF"/>
                </a:solidFill>
              </a:rPr>
              <a:t>บรรยาย
กรณีศึกษา
อภิปราย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78240" y="3931920"/>
            <a:ext cx="2926080" cy="246888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0" y="397763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A700"/>
                </a:solidFill>
              </a:rPr>
              <a:t>สื่อที่ใช้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4343400"/>
            <a:ext cx="2743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AE9FF"/>
                </a:solidFill>
              </a:rPr>
              <a:t>สไลด์
กรณีศึกษา
Video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492240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AE9FF"/>
                </a:solidFill>
              </a:rPr>
              <a:t>อาจารย์ ดร.สุรเชษฐ์ สังขพันธ์  |  คณะวิทยาการจัดการ  |  มหาวิทยาลัยนราธิวาสราชนครินทร์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37160" cy="12801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5488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โลจิสติกส์และ Supply Chain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54864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112745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 b="1">
                <a:solidFill>
                  <a:srgbClr val="00B4D8"/>
                </a:solidFill>
              </a:rPr>
              <a:t>▸  โลจิสติกส์ (Logistics) คืออะไร?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การวางแผนและจัดการการเคลื่อนย้ายสินค้า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จากต้นทางไปยังปลายทางอย่างมีประสิทธิภาพ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00B4D8"/>
                </a:solidFill>
              </a:rPr>
              <a:t>▸  Supply Chain Management (SCM)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Supplier → ผู้ผลิต → คลังสินค้า → ขนส่ง → ลูกค้า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00B4D8"/>
                </a:solidFill>
              </a:rPr>
              <a:t>▸  ความสำคัญต่อ Startup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ลด Cost ได้มากถึง 30-50% จากโลจิสติกส์ที่ดี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Customer Experience: ส่งเร็ว ส่งถูก ส่งตรง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126480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17220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A700"/>
                </a:solidFill>
              </a:rPr>
              <a:t>💡 โลจิสติกส์ที่ดีคือ Competitive Advantage ที่มองไม่เห็น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3796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AE9FF"/>
                </a:solidFill>
              </a:rPr>
              <a:t>อาจารย์ ดร.สุรเชษฐ์ สังขพันธ์  |  คณะวิทยาการจัดการ  |  มหาวิทยาลัยนราธิวาสราชนครินทร์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37160" cy="12801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5488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การจัดการคลังสินค้า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54864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112745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 b="1">
                <a:solidFill>
                  <a:srgbClr val="00B4D8"/>
                </a:solidFill>
              </a:rPr>
              <a:t>▸  Warehouse Management System (WMS)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ระบบจัดการสินค้าในคลังสินค้าด้วยซอฟต์แวร์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00B4D8"/>
                </a:solidFill>
              </a:rPr>
              <a:t>▸  หลักการ FIFO / FEFO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FIFO: First In, First Out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FEFO: First Expired, First Out (อาหาร/ยา)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00B4D8"/>
                </a:solidFill>
              </a:rPr>
              <a:t>▸  Inventory Management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Safety Stock: สต๊อกสำรองฉุกเฉิน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Reorder Point: จุดที่ต้องสั่งสินค้าใหม่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00B4D8"/>
                </a:solidFill>
              </a:rPr>
              <a:t>▸  Just-In-Time (JIT)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สั่งสินค้าเมื่อต้องการ ลดต้นทุนการเก็บสต๊อก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3796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AE9FF"/>
                </a:solidFill>
              </a:rPr>
              <a:t>อาจารย์ ดร.สุรเชษฐ์ สังขพันธ์  |  คณะวิทยาการจัดการ  |  มหาวิทยาลัยนราธิวาสราชนครินทร์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37160" cy="12801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5488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Last-Mile Delivery และ Startup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54864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112745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 b="1">
                <a:solidFill>
                  <a:srgbClr val="00B4D8"/>
                </a:solidFill>
              </a:rPr>
              <a:t>▸  Last-Mile Delivery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การส่งสินค้าจากคลังถึงมือลูกค้า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ต้นทุนสูงสุด 53% ของค่าขนส่งทั้งหมด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00B4D8"/>
                </a:solidFill>
              </a:rPr>
              <a:t>▸  โมเดลส่งสินค้าสำหรับ Startup ไทย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3PL (Third-Party Logistics): Flash, Kerry, J&amp;T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Dropshipping: ไม่ต้องมีสต๊อก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Fulfillment Center: ฝากเก็บ/แพ็ค/ส่ง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00B4D8"/>
                </a:solidFill>
              </a:rPr>
              <a:t>▸  E-commerce Logistics Trend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Same-day delivery, Drone delivery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Sustainable Packaging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126480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17220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A700"/>
                </a:solidFill>
              </a:rPr>
              <a:t>💡 Startup ส่วนใหญ่ใช้ 3PL ก่อน — ไม่ต้องลงทุนคลังสินค้าเอง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3796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AE9FF"/>
                </a:solidFill>
              </a:rPr>
              <a:t>อาจารย์ ดร.สุรเชษฐ์ สังขพันธ์  |  คณะวิทยาการจัดการ  |  มหาวิทยาลัยนราธิวาสราชนครินทร์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กิจกรรมสัปดาห์ที่ 7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36576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3621024" cy="521208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3621024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34381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B4D8"/>
                </a:solidFill>
              </a:rPr>
              <a:t>บรรยาย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3438144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AE9FF"/>
                </a:solidFill>
              </a:rPr>
              <a:t>อธิบายระบบโลจิสติกส์
Supply Chain
และการจัดการคลังสินค้า
พร้อม Diagram</a:t>
            </a:r>
          </a:p>
        </p:txBody>
      </p:sp>
      <p:sp>
        <p:nvSpPr>
          <p:cNvPr id="9" name="Rectangle 8"/>
          <p:cNvSpPr/>
          <p:nvPr/>
        </p:nvSpPr>
        <p:spPr>
          <a:xfrm>
            <a:off x="4215384" y="1188720"/>
            <a:ext cx="3621024" cy="521208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15384" y="1188720"/>
            <a:ext cx="3621024" cy="73152"/>
          </a:xfrm>
          <a:prstGeom prst="rect">
            <a:avLst/>
          </a:prstGeom>
          <a:solidFill>
            <a:srgbClr val="FFA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06824" y="1325880"/>
            <a:ext cx="34381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A700"/>
                </a:solidFill>
              </a:rPr>
              <a:t>กรณีศึกษา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06824" y="1920240"/>
            <a:ext cx="3438144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AE9FF"/>
                </a:solidFill>
              </a:rPr>
              <a:t>วิเคราะห์กรณีศึกษา:
'Startup อาหารสด'
มีปัญหาโลจิสติกส์อะไร?
แก้ไขอย่างไร?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73568" y="1188720"/>
            <a:ext cx="3621024" cy="521208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73568" y="1188720"/>
            <a:ext cx="3621024" cy="73152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65008" y="1325880"/>
            <a:ext cx="34381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6D6A0"/>
                </a:solidFill>
              </a:rPr>
              <a:t>อภิปรายกลุ่ม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65008" y="1920240"/>
            <a:ext cx="3438144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AE9FF"/>
                </a:solidFill>
              </a:rPr>
              <a:t>แต่ละกลุ่มวาง
Strategy โลจิสติกส์
สำหรับ Startup ของตน
(ใช้ 3PL ตัวไหน? ทำไม?)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653796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AE9FF"/>
                </a:solidFill>
              </a:rPr>
              <a:t>อาจารย์ ดร.สุรเชษฐ์ สังขพันธ์  |  คณะวิทยาการจัดการ  |  มหาวิทยาลัยนราธิวาสราชนครินทร์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สรุปและการบ้าน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32004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5760720" cy="521208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576072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B4D8"/>
                </a:solidFill>
              </a:rPr>
              <a:t>Key Takeaways สิ่งที่ได้เรียนรู้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5577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AE9FF"/>
                </a:solidFill>
              </a:rPr>
              <a:t>✓  เข้าใจระบบ Supply Chain และโลจิสติกส์พื้นฐาน
✓  รู้จักการจัดการคลังสินค้าและ Inventory
✓  เลือกโมเดลขนส่งที่เหมาะกับ Startup ของตนได้
✓  เข้าใจความสำคัญของ Last-Mile Delivery ต่อ Customer Experience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143000"/>
            <a:ext cx="5303520" cy="237744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143000"/>
            <a:ext cx="5303520" cy="73152"/>
          </a:xfrm>
          <a:prstGeom prst="rect">
            <a:avLst/>
          </a:prstGeom>
          <a:solidFill>
            <a:srgbClr val="FFA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23444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A700"/>
                </a:solidFill>
              </a:rPr>
              <a:t>สัปดาห์หน้า: การวางแผนการเงินและการประเมินความเป็นไปได้ของธุรกิจ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3703320"/>
            <a:ext cx="5303520" cy="265176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3703320"/>
            <a:ext cx="5303520" cy="73152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7947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6D6A0"/>
                </a:solidFill>
              </a:rPr>
              <a:t>การบ้าน / SDL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297680"/>
            <a:ext cx="51206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AE9FF"/>
                </a:solidFill>
              </a:rPr>
              <a:t>ทบทวนเนื้อหาสัปดาห์นี้
เตรียมพร้อมสำหรับ: การวางแผนการเงินและการประเมินความเป็นไปได้ของธุรกิจ
ศึกษาด้วยตนเอง 5 ชั่วโมง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653796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AE9FF"/>
                </a:solidFill>
              </a:rPr>
              <a:t>อาจารย์ ดร.สุรเชษฐ์ สังขพันธ์  |  คณะวิทยาการจัดการ  |  มหาวิทยาลัยนราธิวาสราชนครินทร์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