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การวิเคราะห์ตลาดและความต้องการของลูกค้า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Customer &amp; Market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CLO3: ค้นหาและพัฒนาไอเดียนวัตกรรม
CLO5: ทำงานร่วมกับผู้อื่นในกลุ่ม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บรรยาย
ปฏิบัติ
สำรวจตลาด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สไลด์
แบบสำรวจ
Google 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ทำไมต้องทำ Market Validation?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ปัญหาของ Startup ส่วนใหญ่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42% ของ Startup ล้มเหลวเพราะ 'ไม่มีคนต้องการ'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สร้างสิ่งที่ตัวเองอยากสร้าง ≠ สิ่งที่ตลาดต้องการ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Build-Measure-Learn Loop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สร้าง → วัดผล → เรียนรู้ → ปรับปรุง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Lean Startup Methodology (Eric Ries)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Customer Discovery Process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กำหนดสมมติฐาน (Assumption)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ออกพบลูกค้า (Get out of the building!)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'ลูกค้าไม่เคยโกหก' — ฟังให้มากกว่าพูด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Customer Persona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Customer Persona คืออะไร?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โปรไฟล์ตัวแทนลูกค้าในอุดมคติ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องค์ประกอบ Persona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ชื่อ / อายุ / อาชีพ / รายได้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ปัญหา / ความต้องการ / พฤติกรรม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ช่องทางที่ใช้ (Social Media, Apps)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วิธีเก็บข้อมูลสร้าง Persona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สัมภาษณ์เชิงลึก 5-10 คน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Google Analytics / Social Insight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แบบสอบถามออนไลน์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TAM SAM SOM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TAM (Total Addressable Market)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ขนาดตลาดทั้งหมดในโลก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เช่น: ตลาด Food Delivery ไทย = 80,000 ล้านบาท/ปี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SAM (Serviceable Addressable Market)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ส่วนของตลาดที่เราเข้าถึงได้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เช่น: ภาคใต้ + กลุ่ม Gen Z = 5,000 ล้านบาท/ปี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SOM (Serviceable Obtainable Market)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ส่วนตลาดที่จะ 'ได้จริง' ใน 1-3 ปีแรก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เช่น: 1% ของ SAM = 50 ล้านบาท/ปี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SOM ต้องสมเหตุสมผล — นักลงทุนดูตรงนี้เป็นพิเศษ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Mini 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กลุ่มออกแบบ
แบบสำรวจ 5-8 ข้อ
ใน Google Forms
เกี่ยวกับไอเดียของกลุ่ม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สัมภาษณ์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สัมภาษณ์นักศึกษา
และบุคลากร 5 คน
บันทึกข้อมูลจริง
(ไม่ใช่การสมมติ)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วิเคราะห์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สรุปผล Survey
สร้าง Customer Persona
และประมาณ TAM/SAM/SOM
นำเสนอ 5 นาที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เข้าใจว่า Market Validation สำคัญกว่าการสร้างสินค้าทันที
✓  สร้าง Customer Persona จากข้อมูลจริง
✓  ประมาณขนาดตลาดด้วย TAM/SAM/SOM
✓  ฝึกทักษะการสัมภาษณ์และการฟัง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แบบจำลองธุรกิจ Business Model Canvas (BMC)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แบบจำลองธุรกิจ Business Model Canvas (BMC)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