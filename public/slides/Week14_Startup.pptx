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1645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1B2A"/>
                </a:solidFill>
              </a:rPr>
              <a:t>Week
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2004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AE9FF"/>
                </a:solidFill>
              </a:rPr>
              <a:t>07-034-266 การสร้างธุรกิจเริ่มต้นด้วยนวัตกรรมและเทคโนโลยี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4884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นำเสนอโครงงานธุรกิจ (Pitching) และวิจารณ์/ให้ข้อเสนอแนะ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B4D8"/>
                </a:solidFill>
              </a:rPr>
              <a:t>Final Project Pitching &amp; Peer Critique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931920"/>
            <a:ext cx="530352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CLOs ที่เกี่ยวข้อง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4340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CLO4: ผลิตสื่อและชิ้นงานนำเสนอแผนธุรกิจโดยใช้เครื่องมือดิจิทัลและปัญญาประดิษฐ์
CLO5: ทำงานร่วมกับผู้อื่นในกลุ่ม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3931920"/>
            <a:ext cx="265176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3977639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วิธีการสอน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4343400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ปฏิบัติการ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3931920"/>
            <a:ext cx="2926080" cy="24688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700"/>
                </a:solidFill>
              </a:rPr>
              <a:t>สื่อที่ใช้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4343400"/>
            <a:ext cx="2743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ใบงาน
เครื่องมือต้นแบบ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วันนำเสนอโครงงานธุรกิจจริง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รูปแบบการนำเสนอ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แต่ละกลุ่ม Pitch 7-10 นาที + Q&amp;A 5 นาที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เกณฑ์การประเมิน (Rubric)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Problem-Solution Fit, Business Model, การนำเสนอ, ความคิดสร้างสรรค์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700"/>
                </a:solidFill>
              </a:rPr>
              <a:t>💡 วันนี้คือผลรวมของการเรียนรู้ตลอดภาคเรียน — นำเสนอด้วยความมั่นใจ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บทเรียนจาก Startup ที่สำเร็จและล้มเหลว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PayPal Mafia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ทีมผู้ก่อตั้งที่แตกตัวไปสร้าง Tesla, LinkedIn, YouTube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Uber: Growth ที่รวดเร็วแต่มีข้อโต้เถียงด้านกฎระเบียบ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บทเรียนจากความล้มเหลว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ธุรกิจที่ไม่ฟังตลาด หรือหมดเงินก่อนถึง Product-Market Fit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26480"/>
            <a:ext cx="1218895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172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A700"/>
                </a:solidFill>
              </a:rPr>
              <a:t>💡 ทุก Pitch วันนี้คือจุดเริ่มต้น ไม่ใช่จุดสิ้นสุดของไอเดีย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137160" cy="1280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548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การให้และรับ Feedback อย่างสร้างสรรค์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หลักการให้ Feedback (Sandwich Method)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ชื่นชม → ข้อเสนอแนะ → ให้กำลังใจ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การรับ Feedback อย่างมีวุฒิภาวะ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ฟังโดยไม่ตั้งรับ บันทึกประเด็นสำคัญ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00B4D8"/>
                </a:solidFill>
              </a:rPr>
              <a:t>▸  นำ Feedback ไปพัฒนาต่อ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CAE9FF"/>
                </a:solidFill>
              </a:rPr>
              <a:t>     •  ปรับปรุง Business Plan ฉบับสมบูรณ์ส่งท้ายภาค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กิจกรรมสัปดาห์ที่ 14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657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621024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D8"/>
                </a:solidFill>
              </a:rPr>
              <a:t>Pitching จริง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แต่ละกลุ่มนำเสนอ
Pitch Deck 7-10 นาที
ต่อหน้าอาจารย์และเพื่อน</a:t>
            </a:r>
          </a:p>
        </p:txBody>
      </p:sp>
      <p:sp>
        <p:nvSpPr>
          <p:cNvPr id="9" name="Rectangle 8"/>
          <p:cNvSpPr/>
          <p:nvPr/>
        </p:nvSpPr>
        <p:spPr>
          <a:xfrm>
            <a:off x="4215384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15384" y="1188720"/>
            <a:ext cx="3621024" cy="73152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700"/>
                </a:solidFill>
              </a:rPr>
              <a:t>Q&amp;A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6824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รับคำถามจาก
อาจารย์และกลุ่มอื่น
ฝึกตอบอย่างมั่นใจ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3568" y="1188720"/>
            <a:ext cx="3621024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73568" y="1188720"/>
            <a:ext cx="3621024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1325880"/>
            <a:ext cx="343814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6D6A0"/>
                </a:solidFill>
              </a:rPr>
              <a:t>ให้ Feedback เพื่อน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1920240"/>
            <a:ext cx="3438144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แต่ละคนให้ Feedback
กลุ่มอื่นอย่างน้อย 1 กลุ่ม
ตามแบบฟอร์มที่กำหนด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สรุปและการบ้าน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5760720" cy="521208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7607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D8"/>
                </a:solidFill>
              </a:rPr>
              <a:t>Key Takeaways สิ่งที่ได้เรียนรู้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AE9FF"/>
                </a:solidFill>
              </a:rPr>
              <a:t>✓  นำเสนอโครงงานธุรกิจฉบับสมบูรณ์ต่อหน้าผู้ฟังจริง
✓  ฝึกตอบคำถามและรับมือสถานการณ์เฉพาะหน้า
✓  เรียนรู้จากกรณีศึกษาความสำเร็จและความล้มเหลวของ Startup จริง
✓  ให้และรับ Feedback อย่างสร้างสรรค์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43000"/>
            <a:ext cx="5303520" cy="23774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143000"/>
            <a:ext cx="5303520" cy="73152"/>
          </a:xfrm>
          <a:prstGeom prst="rect">
            <a:avLst/>
          </a:prstGeom>
          <a:solidFill>
            <a:srgbClr val="FFA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3444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A700"/>
                </a:solidFill>
              </a:rPr>
              <a:t>สัปดาห์หน้า: สะท้อนผลการเรียนรู้ ตั้งเป้าหมายพัฒนาตนเอง และสรุปรายวิชา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703320"/>
            <a:ext cx="5303520" cy="265176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703320"/>
            <a:ext cx="530352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6D6A0"/>
                </a:solidFill>
              </a:rPr>
              <a:t>การบ้าน / SDL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297680"/>
            <a:ext cx="5120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E9FF"/>
                </a:solidFill>
              </a:rPr>
              <a:t>ทบทวนเนื้อหาสัปดาห์นี้
เตรียมพร้อมสำหรับ: สะท้อนผลการเรียนรู้ ตั้งเป้าหมายพัฒนาตนเอง และสรุปรายวิชา
ศึกษาด้วยตนเอง 5 ชั่วโมง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A2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AE9FF"/>
                </a:solidFill>
              </a:rPr>
              <a:t>อาจารย์ ดร.สุรเชษฐ์ สังขพันธ์  |  คณะวิทยาการจัดการ  |  มหาวิทยาลัยนราธิวาสราชนครินทร์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