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การใช้ปัญญาประดิษฐ์และเครื่องมือดิจิทัลในการสร้างสื่อและพัฒนาธุรกิจ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AI &amp; Digital Tools for Content Creation and Business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CLO4: ผลิตสื่อและชิ้นงานนำเสนอแผนธุรกิจโดยใช้เครื่องมือดิจิทัลและปัญญาประดิษฐ์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เวิร์กชอป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ใบงาน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สำหรับ Startup ยุคใหม่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ทำไม Startup ต้องใช้ AI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ลดต้นทุน เพิ่มความเร็วในการทำงาน แข่งกับธุรกิจใหญ่ได้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ประเภทเครื่องมือ AI ที่ใช้บ่อย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Generative AI: ChatGPT, Claude, Gemini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Design AI: Canva AI, Midjourney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Video/Voice AI: CapCut AI, ElevenLabs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AI คือผู้ช่วย ไม่ใช่ผู้ตัดสินใจแทนผู้ประกอบการ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ใช้ AI สร้างสื่อธุรกิจ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Content Creation ด้วย AI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เขียน Caption, Script, Blog ด้วย Prompt ที่ดี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ออกแบบโลโก้/โปสเตอร์ด้วย Canva AI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หลักการเขียน Prompt ที่ดี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ระบุ Context, Format, Tone, ตัวอย่าง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ข้อควรระวัง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ตรวจสอบความถูกต้อง (Hallucination)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ลิขสิทธิ์และความเป็นต้นฉบับ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ในการพัฒนาธุรกิจ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วิเคราะห์ข้อมูลด้วย AI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สรุปผล Survey, วิเคราะห์ Feedback ลูกค้า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AI Chatbot สำหรับลูกค้า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ตอบคำถามอัตโนมัติ ลดต้นทุน Customer Service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เครื่องมือ No-Code/AI สร้าง MVP เร็วขึ้น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Bubble, Lovable, Replit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ใช้ AI เร่งความเร็ว แต่ Core Value ต้องมาจากความเข้าใจลูกค้าจริง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Prompt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ฝึกเขียน Prompt
สร้าง Caption โฆษณา
สำหรับ Startup ของกลุ่ม
ด้วย ChatGPT/Claude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AI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ใช้ Canva AI
ออกแบบโลโก้/โปสเตอร์
สำหรับแบรนด์ของกลุ่ม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นำเสนอผลงาน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นำเสนอสื่อที่สร้าง
ด้วย AI 1 ชิ้น
พร้อมอธิบาย Prompt
ที่ใช้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รู้จักเครื่องมือ AI หลักสำหรับสร้างสื่อและพัฒนาธุรกิจ
✓  เขียน Prompt ที่มีประสิทธิภาพได้
✓  ใช้ AI สร้างสื่อนำเสนอ/โลโก้/Content ได้จริง
✓  เข้าใจข้อจำกัดและข้อควรระวังในการใช้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การจัดทำแผนธุรกิจ (Business Plan)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การจัดทำแผนธุรกิจ (Business Plan)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