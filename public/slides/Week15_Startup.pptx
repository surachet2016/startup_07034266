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สะท้อนผลการเรียนรู้ ตั้งเป้าหมายพัฒนาตนเอง และสรุปรายวิชา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Learning Reflection, Personal Goal Setting &amp; Course Wrap-up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CLO6: สะท้อนผลการเรียนรู้และพัฒนาตนเองอย่างต่อเนื่อง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อภิปราย
สะท้อนผล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แบบสะท้อนการเรียนรู้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ทบทวนเส้นทางการเรียนรู้ตลอดภาคเรียน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จาก Week 1 ถึง Week 14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จากไอเดียเริ่มต้น สู่แผนธุรกิจและ Pitch Deck ฉบับสมบูรณ์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ทักษะที่ได้พัฒนา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Design Thinking, BMC, Financial Planning, Digital Marketing, Pitching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การเป็นผู้ประกอบการคือการเรียนรู้ตลอดชีวิต ไม่ใช่จบที่วิชานี้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เส้นทางต่อจากนี้สำหรับไอเดียของคุณ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ถ้าอยากทำต่อจริง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สมัครโครงการบ่มเพาะ (Incubator/Accelerator)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ทุน NIA, depa, มหาวิทยาลัย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ถ้ายังไม่พร้อมทำ Startup ตอนนี้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นำทักษะผู้ประกอบการไปใช้ในงานประจำ (Intrapreneurship)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Community และเครือข่าย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Startup Thailand, Techsauce, กลุ่ม Founder ท้องถิ่น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ตั้งเป้าหมายพัฒนาตนเอง (Personal Action Plan)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สะท้อนตนเอง 3 คำถาม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ได้เรียนรู้อะไรเกี่ยวกับตัวเองบ้าง?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จุดแข็ง-จุดที่ต้องพัฒนาในการเป็นผู้ประกอบการ?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ขั้นตอนต่อไปใน 6 เดือนข้างหน้าคืออะไร?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เขียน Personal Action Plan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เป้าหมาย / ขั้นตอน / Timeline / ผู้สนับสนุน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เริ่มจากก้าวเล็กๆ ที่ทำได้จริงสัปดาห์นี้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สะท้อนผลกลุ่ม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อภิปรายกลุ่มย่อย:
บทเรียนสำคัญที่สุด
ที่ได้จากวิชานี้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เขียน Action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แต่ละคนเขียน
Personal Action Plan
ส่งในแบบสะท้อนการเรียนรู้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ประเมินรายวิชา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ตอบแบบประเมิน
รายวิชาและอาจารย์
เพื่อพัฒนาการสอนต่อไป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สรุปรายวิชา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ทบทวนและเชื่อมโยงความรู้ตลอดภาคเรียนเป็นภาพรวม
✓  รู้จักเส้นทางต่อยอด เช่น Incubator, ทุนภาครัฐ, Community
✓  เขียน Personal Action Plan เพื่อพัฒนาตนเองต่อ
✓  สามารถสรุปและประเมินคุณค่าที่ได้รับจากรายวิชา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ก้าวต่อไป: ขอให้ทุกคนนำความรู้ไปต่อยอดและประสบความสำเร็จในการเป็นผู้ประกอบการ!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สิ่งที่ต้องส่ง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ส่ง Personal Action Plan
ส่งแบบประเมินรายวิชาและอาจารย์
ขอบคุณที่ร่วมเดินทางตลอดภาคเรียน 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