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Week
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07-034-266 การสร้างธุรกิจเริ่มต้นด้วยนวัตกรรมและเทคโนโลยี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แบบจำลองธุรกิจ (Business Model Canvas)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Business Model Canvas (BMC)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CLOs ที่เกี่ยวข้อง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CLO3: จัดทำและนำเสนอแผนธุรกิจ
CLO5: ทำงานร่วมกับผู้อื่นในกลุ่ม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265176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วิธีการสอน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เวิร์กชอป
กิจกรรมกลุ่ม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31920"/>
            <a:ext cx="292608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สื่อที่ใช้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BMC Template
Post-it
Digital Canvas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Business Model Canvas คืออะไร?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BMC: เครื่องมือออกแบบโมเดลธุรกิจ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พัฒนาโดย Alexander Osterwalder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1 หน้ากระดาษ แทน Business Plan 30 หน้า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9 Building Blocks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1. Customer Segments (CS)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2. Value Propositions (VP)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3. Channels (CH)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4. Customer Relationships (CR)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5. Revenue Streams (RS)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6. Key Resources (KR)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7. Key Activities (KA)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8. Key Partnerships (KP)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9. Cost Structure (CS)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BMC เป็นภาพรวมธุรกิจทั้งหมดในหน้าเดียว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4 ด้านหลักของ BMC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 b="1">
                <a:solidFill>
                  <a:srgbClr val="FFA700"/>
                </a:solidFill>
              </a:rPr>
              <a:t>ด้านขวา: Customer Side (รายรับ)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Customer Segments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กลุ่มลูกค้าที่เจาะจง — B2C, B2B, Niche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Value Propositions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คุณค่าที่เราให้กับลูกค้า (ทำไมเลือกเรา?)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Channels &amp; Customer Relationships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ช่องทางถึงลูกค้า / วิธีรักษาความสัมพันธ์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FFA700"/>
                </a:solidFill>
              </a:rPr>
              <a:t>ด้านซ้าย: Company Side (ต้นทุน)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Key Resources / Activities / Partnerships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ทรัพยากร กิจกรรมหลัก และพันธมิตร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Cost Structure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ต้นทุนคงที่และต้นทุนผันแปร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Revenue Models ที่พบใน Startup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Subscription Model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Netflix, Spotify — จ่ายรายเดือน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Freemium Model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LINE, Canva — ใช้ฟรี + Premium features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Marketplace Model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Shopee, Grab — ค่าธรรมเนียมต่อธุรกรรม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SaaS (Software as a Service)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B2B software — บริการซอฟต์แวร์ออนไลน์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Advertising Model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Facebook, TikTok — รายได้จากโฆษณา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เลือก Revenue Model ที่เหมาะกับธุรกิจ อย่าลอกแบบ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กิจกรรมสัปดาห์ที่ 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2102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Workshop BMC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แต่ละกลุ่มรับ
BMC Template
(กระดาษ A1 หรือ Miro)
กรอก 9 ช่องให้ครบ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5384" y="1188720"/>
            <a:ext cx="3621024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Gallery Walk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ติด BMC บนผนัง
กลุ่มอื่น ๆ เดินดู
และแปะ Post-it
ข้อดี / ข้อสงสัย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3621024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แต่ละกลุ่มนำเสนอ BMC
5 นาที + รับ Feedback
จากอาจารย์และเพื่อน
ปรับปรุง BMC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สรุปและการบ้าน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60720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Key Takeaways สิ่งที่ได้เรียนรู้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✓  เข้าใจ 9 Building Blocks ของ Business Model Canvas
✓  สามารถออกแบบ BMC สำหรับ Startup ของกลุ่มได้
✓  รู้จัก Revenue Models แบบต่างๆ
✓  ฝึกให้ Feedback และรับ Feedback อย่างสร้างสรรค์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03520" cy="23774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สัปดาห์หน้า: คุณค่าที่นำเสนอ (Value Proposition) และ MVP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การบ้าน / SDL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ทบทวนเนื้อหาสัปดาห์นี้
เตรียมพร้อมสำหรับ: คุณค่าที่นำเสนอ (Value Proposition) และ MVP
ศึกษาด้วยตนเอง 5 ชั่วโมง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