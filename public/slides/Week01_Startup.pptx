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Week
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07-034-266 การสร้างธุรกิจเริ่มต้นด้วยนวัตกรรมและเทคโนโลยี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แนะนำรายวิชาและแนวคิดการเป็นผู้ประกอบการ ธุรกิจเริ่มต้น (Startup)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</a:rPr>
              <a:t>Course Introduction &amp; Entrepreneurship / Startup Concepts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530352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CLOs ที่เกี่ยวข้อง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CLO1: แสดงพฤติกรรมซื่อสัตย์ มีวินัย ตรงต่อเวลา
CLO2: อธิบายแนวคิดการเป็นผู้ประกอบการ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265176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9776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วิธีการสอน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3434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บรรยาย
อภิปราย
กรณีศึกษา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3931920"/>
            <a:ext cx="292608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สื่อที่ใช้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4340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สไลด์
กรณีศึกษา
Video Clip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ภาพรวมรายวิชา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รหัส 07-034-266 / 3 หน่วยกิต (2-2-5)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วิสาหกิจเริ่มต้น (Startup) คืออะไร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ทำไมต้องเรียนรายวิชานี้ในยุคดิจิทัล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กติกาการเรียนและการประเมิน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การเข้าเรียน วินัย ตรงต่อเวลา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งานกลุ่ม / แผนธุรกิจ / Pitch Deck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เกณฑ์การให้คะแนน (100 คะแนน)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ผู้ประกอบการคือใคร?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นิยามผู้ประกอบการ (Entrepreneur)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บุคคลที่สร้างคุณค่าใหม่ด้วยการรับความเสี่ยง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มองเห็นโอกาสที่คนอื่นมองข้าม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ความแตกต่าง: ธุรกิจทั่วไป vs Startup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Startup: เติบโตเร็ว, ขยายได้ (Scalable)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ธุรกิจทั่วไป: เติบโตตามเส้นตรง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ตัวอย่าง Startup ไทยที่ประสบความสำเร็จ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Grab, LINE MAN, Omise, Wongnai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Startup ไม่ใช่แค่ App มือถือ — มันคือวิธีคิดแบบใหม่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Startup Ecosystem ในประเทศไทย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ระบบนิเวศ Startup ไทย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NIA (สำนักงานนวัตกรรมแห่งชาติ)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depa (สำนักงานส่งเสริมเศรษฐกิจดิจิทัล)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สสว. (สำนักงานส่งเสริมวิสาหกิจขนาดกลางและขนาดย่อม)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แหล่งทุนและการสนับสนุน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Angel Investor, Venture Capital (VC)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โครงการ Startup Thailand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เทรนด์ Startup โลกปี 2025-2026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AI-First Startup, Green Tech, HealthTech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กิจกรรมสัปดาห์ที่ 1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2102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บรรยาย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อาจารย์แนะนำรายวิชา
ชี้แจงกติกา เกณฑ์การประเมิน
และแผนการสอนตลอดภาคเรียน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5384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5384" y="1188720"/>
            <a:ext cx="3621024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อภิปรายกลุ่ม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นักศึกษาแบ่งกลุ่ม
ระดมความคิด:
'Startup ที่รู้จัก คืออะไร
ทำไมถึงสำเร็จหรือล้มเหลว?'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1188720"/>
            <a:ext cx="3621024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</a:rPr>
              <a:t>กรณีศึกษา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ศึกษา Startup ไทย 1 ราย
วิเคราะห์จุดเด่น
และนำเสนอหน้าชั้นเรียน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สรุปและการบ้าน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760720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760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Key Takeaways สิ่งที่ได้เรียนรู้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✓  เข้าใจความหมายของ Startup และผู้ประกอบการ
✓  รู้จักระบบนิเวศ Startup ในไทยและเทรนด์โลก
✓  เข้าใจกติกาและเกณฑ์การประเมินรายวิชา
✓  เริ่มคิดถึงปัญหาในชีวิตประจำวันที่อยากแก้ไข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03520" cy="23774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5303520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344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สัปดาห์หน้า: นวัตกรรมและความคิดสร้างสรรค์ทางธุรกิจ / Design Thinking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03320"/>
            <a:ext cx="5303520" cy="2651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703320"/>
            <a:ext cx="53035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การบ้าน / SDL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ทบทวนเนื้อหาสัปดาห์นี้
เตรียมพร้อมสำหรับ: นวัตกรรมและความคิดสร้างสรรค์ทางธุรกิจ / Design Thinking
ศึกษาด้วยตนเอง 5 ชั่วโมง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