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Week
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07-034-266 การสร้างธุรกิจเริ่มต้นด้วยนวัตกรรมและเทคโนโลยี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การวางแผนการเงินและการประเมินความเป็นไปได้ของธุรกิจ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4D8"/>
                </a:solidFill>
              </a:rPr>
              <a:t>Financial Planning &amp; Business Feasibility Assessment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530352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CLOs ที่เกี่ยวข้อง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CLO3: จัดทำและนำเสนอแผนธุรกิจและกลยุทธ์การจัดการ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931920"/>
            <a:ext cx="265176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9776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วิธีการสอน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34340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บรรยาย
ปฏิบัติ
วิเคราะห์ตัวเลข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3931920"/>
            <a:ext cx="292608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สื่อที่ใช้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343400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สไลด์
ตารางการเงิน (Excel/Sheets)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Financial Planning สำหรับ Startup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ทำไม Startup ต้องวางแผนการเงิน?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38% ของ Startup ล้มเหลวเพราะเงินหมด (Cash Flow)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นักลงทุนดูตัวเลขการเงินก่อนตัดสินใจ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งบการเงินหลัก 3 รายการ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Income Statement: รายได้ - ค่าใช้จ่าย = กำไร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Balance Sheet: สินทรัพย์ = หนี้สิน + ทุน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Cash Flow Statement: เงินสดเข้า-ออก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Unit Economics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CAC (Customer Acquisition Cost): ต้นทุนหาลูกค้าใหม่ 1 ราย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LTV (Lifetime Value): มูลค่าตลอดชีวิตของลูกค้า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LTV ต้องมากกว่า CAC อย่างน้อย 3 เท่า — กฎทอง Startup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การประมาณการรายได้และค่าใช้จ่าย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Revenue Projection (3 ปี)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Year 1: ทดสอบตลาด — ไม่ต้องกำไร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Year 2: เติบโต — เริ่มคุ้มทุน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Year 3: Scale — กำไรชัดเจน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ต้นทุนหลักของ Startup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Fixed Cost: เงินเดือน ค่าเช่า ค่าซอฟต์แวร์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Variable Cost: ต้นทุนสินค้า ค่าขนส่ง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Break-Even Analysis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จุดคุ้มทุน = Fixed Cost ÷ (ราคา - VC ต่อหน่วย)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ต้องขายเท่าไหร่จึงจะคุ้มทุน?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Funding และแหล่งเงินทุน Startup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Bootstrapping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ใช้เงินตัวเอง / เพื่อน / ครอบครัว (FFF)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ควบคุมได้ 100% แต่เงินจำกัด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Grant และทุนภาครัฐ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NIA: ทุน Startup ไทย (สูงสุด 1 ล้านบาท)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depa: ทุนดิจิทัล SME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Angel Investor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บุคคลที่ลงทุนในระยะแรก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ได้เงิน + Mentor + เครือข่าย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Venture Capital (VC)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ระยะ Series A ขึ้นไป — Valuation สูง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เริ่มด้วย Bootstrapping หรือ Grant — อย่ารีบขายหุ้น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กิจกรรมสัปดาห์ที่ 8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21024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Workshop Excel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กลุ่มสร้าง
Financial Model
บน Google Sheets:
รายได้ / ค่าใช้จ่าย / กำไร
3 ปีข้างหน้า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5384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15384" y="1188720"/>
            <a:ext cx="3621024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Break-Even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คำนวณจุดคุ้มทุน
ของ Startup กลุ่มตนเอง
ต้องขายกี่หน่วย?
ใช้เวลากี่เดือน?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3568" y="1188720"/>
            <a:ext cx="3621024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D6A0"/>
                </a:solidFill>
              </a:rPr>
              <a:t>Pitch Finance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นำเสนอตัวเลขการเงิน
5 สไลด์:
Revenue / Cost / Profit
Break-Even / Funding Plan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สรุปและการบ้าน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760720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7607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Key Takeaways สิ่งที่ได้เรียนรู้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✓  เข้าใจงบการเงินหลัก 3 รายการสำหรับ Startup
✓  คำนวณ CAC, LTV และ Break-Even Point ได้
✓  วาง Revenue Projection 3 ปีให้สมเหตุสมผล
✓  รู้จักแหล่งทุนและเลือกแหล่งทุนที่เหมาะกับระยะของธุรกิจ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43000"/>
            <a:ext cx="5303520" cy="23774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43000"/>
            <a:ext cx="5303520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344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สัปดาห์หน้า: กลยุทธ์การตลาดดิจิทัลและการเติบโตของธุรกิจ (Growth)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703320"/>
            <a:ext cx="5303520" cy="2651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703320"/>
            <a:ext cx="53035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A0"/>
                </a:solidFill>
              </a:rPr>
              <a:t>การบ้าน / SDL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ทบทวนเนื้อหาสัปดาห์นี้
เตรียมพร้อมสำหรับ: กลยุทธ์การตลาดดิจิทัลและการเติบโตของธุรกิจ (Growth)
ศึกษาด้วยตนเอง 5 ชั่วโมง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