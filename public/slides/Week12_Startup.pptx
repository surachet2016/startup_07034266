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การพัฒนาสื่อนำเสนอ (Pitch Deck) และเทคนิคการนำเสนอแผนธุรกิจ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Pitch Deck Development &amp; Investor Presentation Techniques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CLO4: ผลิตสื่อและชิ้นงานนำเสนอแผนธุรกิจโดยใช้เครื่องมือดิจิทัลและปัญญาประดิษฐ์
CLO5: ทำงานร่วมกับผู้อื่นในกลุ่ม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ปฏิบัติ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แบบสำรวจ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โครงสร้าง Pitch Deck มาตรฐาน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10-12 สไลด์ที่นักลงทุนอยากเห็น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Cover, Problem, Solution, Market Size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Business Model, Traction, Competition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Team, Financials, Funding Ask, Vision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กรณีศึกษา: Airbnb Pitch Deck (2008)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เรียบง่าย ใช้ข้อมูลจริง สื่อสารตรงประเด็น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Pitch Deck ที่ดี อ่านได้ใน 3 นาทีโดยไม่ต้องมีคนอธิบาย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Investor Relations — สื่อสารกับนักลงทุน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นักลงทุนประเภทต่างๆ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Angel Investor, VC, Government Grant, Crowdfunding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สิ่งที่นักลงทุนถามบ่อย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'ทำไมต้องเป็นทีมคุณ?' 'Traction ตอนนี้เป็นอย่างไร?'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Cap Table และ Equity เบื้องต้น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สัดส่วนการถือหุ้นเปลี่ยนแปลงตามรอบระดมทุน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หลัง Pitch: Due Diligence และ Term Sheet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ขั้นตอนก่อนปิดดีลจริง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ความสัมพันธ์กับนักลงทุนไม่จบที่ Pitch — ต้อง Update สม่ำเสมอ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เทคนิคการนำเสนอ (Presentation Skills)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Storytelling Structure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Hook → Problem → Solution → Proof → Ask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Delivery Techniques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น้ำเสียง ภาษากาย การสบตา จับเวลา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รับมือคำถาม Q&amp;A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ตอบตรงประเด็น ยอมรับถ้าไม่รู้ พร้อม Follow-up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ฝึกซ้อมก่อนนำเสนอจริง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Practice Pitch กับเพื่อนกลุ่มอื่น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การฝึกซ้อมพูด 10 ครั้ง สำคัญกว่าสไลด์สวย 1 ชุด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สร้าง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กลุ่มสร้าง Pitch Deck
10-12 สไลด์
ด้วย Canva/PowerPoint
ตามโครงสร้างมาตรฐาน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ฝึกพูด Pitch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ฝึกพูด Pitch
ภายในกลุ่ม จับเวลา 3 นาที
รับ Feedback จากเพื่อน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Mock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จำลองสถานการณ์
นักลงทุนถามคำถาม
ฝึกตอบกระชับ
และมั่นใจ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สร้าง Pitch Deck ตามโครงสร้างมาตรฐานสากลได้
✓  เข้าใจกระบวนการ Investor Relations และ Cap Table เบื้องต้น
✓  ฝึกเทคนิคการนำเสนอและการตอบคำถาม Q&amp;A
✓  พร้อมสำหรับการนำเสนอโครงงานจริงในสัปดาห์ถัดไป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ปฏิบัติการกลุ่ม: พัฒนาโครงงานธุรกิจเริ่มต้น และจรรยาบรรณในการทำงาน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ปฏิบัติการกลุ่ม: พัฒนาโครงงานธุรกิจเริ่มต้น และจรรยาบรรณในการทำงาน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